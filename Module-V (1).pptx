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9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7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219200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WCF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Windows communication foundation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WCF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Microsoft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platform for building distributed and  interoperable application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124200"/>
            <a:ext cx="5664200" cy="351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727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443</TotalTime>
  <Words>15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Austin</vt:lpstr>
      <vt:lpstr>PowerPoint Presentation</vt:lpstr>
      <vt:lpstr>WCF service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Vaishali</dc:creator>
  <cp:lastModifiedBy>Vaishali</cp:lastModifiedBy>
  <cp:revision>3</cp:revision>
  <dcterms:created xsi:type="dcterms:W3CDTF">2006-08-16T00:00:00Z</dcterms:created>
  <dcterms:modified xsi:type="dcterms:W3CDTF">2021-07-21T12:23:23Z</dcterms:modified>
</cp:coreProperties>
</file>