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b1f93b8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b1f93b8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b1f93b80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b1f93b80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3b1f93b80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3b1f93b80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b1f93b80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3b1f93b80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b1f93b80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3b1f93b80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b1f93b80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3b1f93b80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b1f93b80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3b1f93b80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b1f93b80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b1f93b80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b1f93b80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3b1f93b80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b1f93b80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3b1f93b80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WCF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265600"/>
            <a:ext cx="810577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297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75" y="1309700"/>
            <a:ext cx="8520600" cy="2607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48501"/>
            <a:ext cx="8698817" cy="402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" y="937663"/>
            <a:ext cx="8115300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962025"/>
            <a:ext cx="815340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2388800"/>
            <a:ext cx="8520600" cy="21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750" y="198275"/>
            <a:ext cx="8248650" cy="21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750" y="2154550"/>
            <a:ext cx="8248651" cy="29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70900"/>
            <a:ext cx="8520601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75800"/>
            <a:ext cx="8520600" cy="33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421925"/>
            <a:ext cx="8520600" cy="31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25" y="40800"/>
            <a:ext cx="817245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6075" y="1421925"/>
            <a:ext cx="5412150" cy="36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388" y="1321900"/>
            <a:ext cx="6276975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25" y="173300"/>
            <a:ext cx="821055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6075" y="1421925"/>
            <a:ext cx="5412150" cy="36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